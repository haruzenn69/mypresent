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"/>
  </p:sldMasterIdLst>
  <p:sldIdLst>
    <sldId id="1" r:id="rId1"/>
    <sldId id="2" r:id="rId2"/>
    <sldId id="3" r:id="rId3"/>
    <sldId id="4" r:id="rId4"/>
    <sldId id="5" r:id="rId5"/>
    <sldId id="6" r:id="rId6"/>
  </p:sldIdLst>
  <p:sldSz cx="12192000" cy="6858000"/>
  <p:notesSz cx="6858000" cy="9144000"/>
  <p:defaultTextStyle>
    <a:defPPr>
      <a:defRPr sz="1800" lang="en-US"/>
    </a:defPPr>
  </p:defaultTextStyle>
</p:presentation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</Relationships>
</file>

<file path=ppt/slideLayouts/_rels/slideLayout1.xml.rels><?xml version="1.0" encoding="UTF-8" standalone="yes"?>
<Relationships xmlns="http://schemas.openxmlformats.org/package/2006/relationships">
  <Relationship Id="rIdTheme" Type="http://schemas.openxmlformats.org/officeDocument/2006/relationships/theme" Target="../theme/theme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  <Relationship Id="rIdTheme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Layout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Background: white surface -->
      <p:sp>
        <p:nvSpPr>
          <p:cNvPr id="2" name="bg"/>
          <p:nvSpPr/>
        </p:nvSpPr>
        <p:spPr>
          <a:solidFill>
            <a:srgbClr val="F8FAFC"/>
          </a:solidFill>
        </p:spPr>
        <p:txBody>
          <a:bodyPr/>
          <a:p/>
          <a:endParaRPr lang="en-US"/>
        </p:txBody>
      </p:sp>
      <!-- Teal accent bar at top -->
      <p:sp>
        <p:nvSpPr>
          <p:cNvPr id="3" name="accent"/>
          <p:nvSpPr/>
        </p:nvSpPr>
        <p:spPr>
          <a:xfrm>
            <a:off x="0" y="0"/>
            <a:ext cx="12192000" cy="80000"/>
          </a:xfrm>
          <a:solidFill>
            <a:srgbClr val="0D9488"/>
          </a:solidFill>
        </p:spPr>
        <p:txBody>
          <a:bodyPr/>
          <a:p/>
          <a:endParaRPr lang="en-US"/>
        </p:txBody>
      </p:sp>
      <!-- Title -->
      <p:sp>
        <p:nvSpPr>
          <p:cNvPr id="4" name="title"/>
          <p:nvSpPr/>
        </p:nvSpPr>
        <p:spPr>
          <a:xfrm>
            <a:off x="914400" y="2500000"/>
            <a:ext cx="10363200" cy="900000"/>
          </a:xfrm>
        </p:spPr>
        <p:txBody>
          <a:bodyPr wrap="square" rtlCol="0"/>
          <a:p>
            <a:r>
              <a:rPr sz="4400" bold="1" dirty="0" spc="0">
                <a:solidFill>
                  <a:srgbClr val="0D9488"/>
                </a:solidFill>
              </a:rPr>
              <a:t>Present</a:t>
            </a:r>
          </a:p>
        </p:txBody>
      </p:sp>
      <!-- Subtitle -->
      <p:sp>
        <p:nvSpPr>
          <p:cNvPr id="5" name="subtitle"/>
          <p:nvSpPr/>
        </p:nvSpPr>
        <p:spPr>
          <a:xfrm>
            <a:off x="914400" y="3600000"/>
            <a:ext cx="10363200" cy="600000"/>
          </a:xfrm>
        </p:spPr>
        <p:txBody>
          <a:bodyPr wrap="square" rtlCol="0"/>
          <a:p>
            <a:r>
              <a:rPr sz="2000" dirty="0" spc="0">
                <a:solidFill>
                  <a:srgbClr val="475569"/>
                </a:solidFill>
              </a:rPr>
              <a:t>Sistem Absensi Digital\nModern, Efisien, Terpercaya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Background -->
      <p:sp>
        <p:nvSpPr>
          <p:cNvPr id="2" name="bg"/>
          <p:nvSpPr/>
        </p:nvSpPr>
        <p:spPr>
          <a:solidFill>
            <a:srgbClr val="F8FAFC"/>
          </a:solidFill>
        </p:spPr>
        <p:txBody>
          <a:bodyPr/>
          <a:p/>
          <a:endParaRPr lang="en-US"/>
        </p:txBody>
      </p:sp>
      <!-- Teal top accent -->
      <p:sp>
        <p:nvSpPr>
          <p:cNvPr id="3" name="accent"/>
          <p:nvSpPr/>
        </p:nvSpPr>
        <p:spPr>
          <a:xfrm>
            <a:off x="0" y="0"/>
            <a:ext cx="12192000" cy="60000"/>
          </a:xfrm>
          <a:solidFill>
            <a:srgbClr val="0D9488"/>
          </a:solidFill>
        </p:spPr>
        <p:txBody>
          <a:bodyPr/>
          <a:p/>
          <a:endParaRPr lang="en-US"/>
        </p:txBody>
      </p:sp>
      <!-- Teal left accent bar -->
      <p:sp>
        <p:nvSpPr>
          <p:cNvPr id="4" name="left-accent"/>
          <p:nvSpPr/>
        </p:nvSpPr>
        <p:spPr>
          <a:xfrm>
            <a:off x="0" y="0"/>
            <a:ext cx="60000" cy="6858000"/>
          </a:xfrm>
          <a:solidFill>
            <a:srgbClr val="0D9488"/>
          </a:solidFill>
        </p:spPr>
        <p:txBody>
          <a:bodyPr/>
          <a:p/>
          <a:endParaRPr lang="en-US"/>
        </p:txBody>
      </p:sp>
      <!-- Title -->
      <p:sp>
        <p:nvSpPr>
          <p:cNvPr id="5" name="title"/>
          <p:nvSpPr/>
        </p:nvSpPr>
        <p:spPr>
          <a:xfrm>
            <a:off x="685800" y="200000"/>
            <a:ext cx="10800000" cy="600000"/>
          </a:xfrm>
        </p:spPr>
        <p:txBody>
          <a:bodyPr wrap="square" rtlCol="0"/>
          <a:p>
            <a:r>
              <a:rPr sz="3200" bold="1" dirty="0" spc="0">
                <a:solidFill>
                  <a:srgbClr val="0D9488"/>
                </a:solidFill>
              </a:rPr>
              <a:t>Agenda</a:t>
            </a:r>
          </a:p>
        </p:txBody>
      </p:sp>
      <!-- Separator line -->
      <p:sp>
        <p:nvSpPr>
          <p:cNvPr id="6" name="separator"/>
          <p:nvSpPr/>
        </p:nvSpPr>
        <p:spPr>
          <a:xfrm>
            <a:off x="685800" y="850000"/>
            <a:ext cx="10800000" cy="40000"/>
          </a:xfrm>
          <a:solidFill>
            <a:srgbClr val="CCFBF1"/>
          </a:solidFill>
        </p:spPr>
        <p:txBody>
          <a:bodyPr/>
          <a:p/>
          <a:endParaRPr lang="en-US"/>
        </p:txBody>
      </p:sp>
      <!-- Content -->
      <p:sp>
        <p:nvSpPr>
          <p:cNvPr id="7" name="content"/>
          <p:nvSpPr/>
        </p:nvSpPr>
        <p:spPr>
          <a:xfrm>
            <a:off x="685800" y="1000000"/>
            <a:ext cx="10800000" cy="5400000"/>
          </a:xfrm>
        </p:spPr>
        <p:txBody>
          <a:bodyPr wrap="square" rtlCol="0"/>
          <a:p>
            <a:r>
              <a:rPr sz="1800" dirty="0" spc="0">
                <a:solidFill>
                  <a:srgbClr val="1E293B"/>
                </a:solidFill>
              </a:rPr>
              <a:t>• Latar Belakang</a:t>
            </a:r>
          </a:p>
          <a:p>
            <a:r>
              <a:rPr sz="1800" dirty="0" spc="0">
                <a:solidFill>
                  <a:srgbClr val="1E293B"/>
                </a:solidFill>
              </a:rPr>
              <a:t>• Fitur Utama</a:t>
            </a:r>
          </a:p>
          <a:p>
            <a:r>
              <a:rPr sz="1800" dirty="0" spc="0">
                <a:solidFill>
                  <a:srgbClr val="1E293B"/>
                </a:solidFill>
              </a:rPr>
              <a:t>• Arsitektur Sistem</a:t>
            </a:r>
          </a:p>
          <a:p>
            <a:r>
              <a:rPr sz="1800" dirty="0" spc="0">
                <a:solidFill>
                  <a:srgbClr val="1E293B"/>
                </a:solidFill>
              </a:rPr>
              <a:t>• Demo Aplikasi</a:t>
            </a:r>
          </a:p>
          <a:p>
            <a:r>
              <a:rPr sz="1800" dirty="0" spc="0">
                <a:solidFill>
                  <a:srgbClr val="1E293B"/>
                </a:solidFill>
              </a:rPr>
              <a:t>• Tanya Jawab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Background -->
      <p:sp>
        <p:nvSpPr>
          <p:cNvPr id="2" name="bg"/>
          <p:nvSpPr/>
        </p:nvSpPr>
        <p:spPr>
          <a:solidFill>
            <a:srgbClr val="F8FAFC"/>
          </a:solidFill>
        </p:spPr>
        <p:txBody>
          <a:bodyPr/>
          <a:p/>
          <a:endParaRPr lang="en-US"/>
        </p:txBody>
      </p:sp>
      <!-- Teal top accent -->
      <p:sp>
        <p:nvSpPr>
          <p:cNvPr id="3" name="accent"/>
          <p:nvSpPr/>
        </p:nvSpPr>
        <p:spPr>
          <a:xfrm>
            <a:off x="0" y="0"/>
            <a:ext cx="12192000" cy="60000"/>
          </a:xfrm>
          <a:solidFill>
            <a:srgbClr val="0D9488"/>
          </a:solidFill>
        </p:spPr>
        <p:txBody>
          <a:bodyPr/>
          <a:p/>
          <a:endParaRPr lang="en-US"/>
        </p:txBody>
      </p:sp>
      <!-- Teal left accent bar -->
      <p:sp>
        <p:nvSpPr>
          <p:cNvPr id="4" name="left-accent"/>
          <p:nvSpPr/>
        </p:nvSpPr>
        <p:spPr>
          <a:xfrm>
            <a:off x="0" y="0"/>
            <a:ext cx="60000" cy="6858000"/>
          </a:xfrm>
          <a:solidFill>
            <a:srgbClr val="0D9488"/>
          </a:solidFill>
        </p:spPr>
        <p:txBody>
          <a:bodyPr/>
          <a:p/>
          <a:endParaRPr lang="en-US"/>
        </p:txBody>
      </p:sp>
      <!-- Title -->
      <p:sp>
        <p:nvSpPr>
          <p:cNvPr id="5" name="title"/>
          <p:nvSpPr/>
        </p:nvSpPr>
        <p:spPr>
          <a:xfrm>
            <a:off x="685800" y="200000"/>
            <a:ext cx="10800000" cy="600000"/>
          </a:xfrm>
        </p:spPr>
        <p:txBody>
          <a:bodyPr wrap="square" rtlCol="0"/>
          <a:p>
            <a:r>
              <a:rPr sz="3200" bold="1" dirty="0" spc="0">
                <a:solidFill>
                  <a:srgbClr val="0D9488"/>
                </a:solidFill>
              </a:rPr>
              <a:t>Latar Belakang</a:t>
            </a:r>
          </a:p>
        </p:txBody>
      </p:sp>
      <!-- Separator line -->
      <p:sp>
        <p:nvSpPr>
          <p:cNvPr id="6" name="separator"/>
          <p:nvSpPr/>
        </p:nvSpPr>
        <p:spPr>
          <a:xfrm>
            <a:off x="685800" y="850000"/>
            <a:ext cx="10800000" cy="40000"/>
          </a:xfrm>
          <a:solidFill>
            <a:srgbClr val="CCFBF1"/>
          </a:solidFill>
        </p:spPr>
        <p:txBody>
          <a:bodyPr/>
          <a:p/>
          <a:endParaRPr lang="en-US"/>
        </p:txBody>
      </p:sp>
      <!-- Content -->
      <p:sp>
        <p:nvSpPr>
          <p:cNvPr id="7" name="content"/>
          <p:nvSpPr/>
        </p:nvSpPr>
        <p:spPr>
          <a:xfrm>
            <a:off x="685800" y="1000000"/>
            <a:ext cx="10800000" cy="5400000"/>
          </a:xfrm>
        </p:spPr>
        <p:txBody>
          <a:bodyPr wrap="square" rtlCol="0"/>
          <a:p>
            <a:r>
              <a:rPr sz="1800" dirty="0" spc="0">
                <a:solidFill>
                  <a:srgbClr val="1E293B"/>
                </a:solidFill>
              </a:rPr>
              <a:t>• Pencatatan kehadiran manual masih rentan kesalahan</a:t>
            </a:r>
          </a:p>
          <a:p>
            <a:r>
              <a:rPr sz="1800" dirty="0" spc="0">
                <a:solidFill>
                  <a:srgbClr val="1E293B"/>
                </a:solidFill>
              </a:rPr>
              <a:t>• Data absensi tidak terpusat dan sulit dilacak</a:t>
            </a:r>
          </a:p>
          <a:p>
            <a:r>
              <a:rPr sz="1800" dirty="0" spc="0">
                <a:solidFill>
                  <a:srgbClr val="1E293B"/>
                </a:solidFill>
              </a:rPr>
              <a:t>• Kebutuhan monitoring real-time kehadiran siswa &amp; guru</a:t>
            </a:r>
          </a:p>
          <a:p>
            <a:r>
              <a:rPr sz="1800" dirty="0" spc="0">
                <a:solidFill>
                  <a:srgbClr val="1E293B"/>
                </a:solidFill>
              </a:rPr>
              <a:t>• Efisiensi waktu dan tenaga dalam rekap data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eal background -->
      <p:sp>
        <p:nvSpPr>
          <p:cNvPr id="2" name="bg"/>
          <p:nvSpPr/>
        </p:nvSpPr>
        <p:spPr>
          <a:solidFill>
            <a:srgbClr val="0D9488"/>
          </a:solidFill>
        </p:spPr>
        <p:txBody>
          <a:bodyPr/>
          <a:p/>
          <a:endParaRPr lang="en-US"/>
        </p:txBody>
      </p:sp>
      <!-- Section Title -->
      <p:sp>
        <p:nvSpPr>
          <p:cNvPr id="3" name="title"/>
          <p:nvSpPr/>
        </p:nvSpPr>
        <p:spPr>
          <a:xfrm>
            <a:off x="914400" y="2200000"/>
            <a:ext cx="10363200" cy="1000000"/>
          </a:xfrm>
        </p:spPr>
        <p:txBody>
          <a:bodyPr wrap="square" rtlCol="0"/>
          <a:p>
            <a:r>
              <a:rPr sz="4800" bold="1" dirty="0" spc="0">
                <a:solidFill>
                  <a:srgbClr val="FFFFFF"/>
                </a:solidFill>
              </a:rPr>
              <a:t>Sekilas Present</a:t>
            </a:r>
          </a:p>
        </p:txBody>
      </p:sp>
      <!-- Subtitle -->
      <p:sp>
        <p:nvSpPr>
          <p:cNvPr id="4" name="subtitle"/>
          <p:nvSpPr/>
        </p:nvSpPr>
        <p:spPr>
          <a:xfrm>
            <a:off x="914400" y="3200000"/>
            <a:ext cx="10363200" cy="600000"/>
          </a:xfrm>
        </p:spPr>
        <p:txBody>
          <a:bodyPr wrap="square" rtlCol="0"/>
          <a:p>
            <a:r>
              <a:rPr sz="2000" dirty="0" spc="0">
                <a:solidFill>
                  <a:srgbClr val="CCFBF1"/>
                </a:solidFill>
              </a:rPr>
              <a:t>Platform digital untuk mencatat, memantau, dan melaporkan kehadiran siswa &amp;amp; guru secara real-time.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Background -->
      <p:sp>
        <p:nvSpPr>
          <p:cNvPr id="2" name="bg"/>
          <p:nvSpPr/>
        </p:nvSpPr>
        <p:spPr>
          <a:solidFill>
            <a:srgbClr val="F8FAFC"/>
          </a:solidFill>
        </p:spPr>
        <p:txBody>
          <a:bodyPr/>
          <a:p/>
          <a:endParaRPr lang="en-US"/>
        </p:txBody>
      </p:sp>
      <!-- Teal top accent -->
      <p:sp>
        <p:nvSpPr>
          <p:cNvPr id="3" name="accent"/>
          <p:nvSpPr/>
        </p:nvSpPr>
        <p:spPr>
          <a:xfrm>
            <a:off x="0" y="0"/>
            <a:ext cx="12192000" cy="60000"/>
          </a:xfrm>
          <a:solidFill>
            <a:srgbClr val="0D9488"/>
          </a:solidFill>
        </p:spPr>
        <p:txBody>
          <a:bodyPr/>
          <a:p/>
          <a:endParaRPr lang="en-US"/>
        </p:txBody>
      </p:sp>
      <!-- Teal left accent bar -->
      <p:sp>
        <p:nvSpPr>
          <p:cNvPr id="4" name="left-accent"/>
          <p:nvSpPr/>
        </p:nvSpPr>
        <p:spPr>
          <a:xfrm>
            <a:off x="0" y="0"/>
            <a:ext cx="60000" cy="6858000"/>
          </a:xfrm>
          <a:solidFill>
            <a:srgbClr val="0D9488"/>
          </a:solidFill>
        </p:spPr>
        <p:txBody>
          <a:bodyPr/>
          <a:p/>
          <a:endParaRPr lang="en-US"/>
        </p:txBody>
      </p:sp>
      <!-- Title -->
      <p:sp>
        <p:nvSpPr>
          <p:cNvPr id="5" name="title"/>
          <p:nvSpPr/>
        </p:nvSpPr>
        <p:spPr>
          <a:xfrm>
            <a:off x="685800" y="200000"/>
            <a:ext cx="10800000" cy="600000"/>
          </a:xfrm>
        </p:spPr>
        <p:txBody>
          <a:bodyPr wrap="square" rtlCol="0"/>
          <a:p>
            <a:r>
              <a:rPr sz="3200" bold="1" dirty="0" spc="0">
                <a:solidFill>
                  <a:srgbClr val="0D9488"/>
                </a:solidFill>
              </a:rPr>
              <a:t>Fitur Utama</a:t>
            </a:r>
          </a:p>
        </p:txBody>
      </p:sp>
      <!-- Separator line -->
      <p:sp>
        <p:nvSpPr>
          <p:cNvPr id="6" name="separator"/>
          <p:nvSpPr/>
        </p:nvSpPr>
        <p:spPr>
          <a:xfrm>
            <a:off x="685800" y="850000"/>
            <a:ext cx="10800000" cy="40000"/>
          </a:xfrm>
          <a:solidFill>
            <a:srgbClr val="CCFBF1"/>
          </a:solidFill>
        </p:spPr>
        <p:txBody>
          <a:bodyPr/>
          <a:p/>
          <a:endParaRPr lang="en-US"/>
        </p:txBody>
      </p:sp>
      <!-- Content -->
      <p:sp>
        <p:nvSpPr>
          <p:cNvPr id="7" name="content"/>
          <p:nvSpPr/>
        </p:nvSpPr>
        <p:spPr>
          <a:xfrm>
            <a:off x="685800" y="1000000"/>
            <a:ext cx="10800000" cy="5400000"/>
          </a:xfrm>
        </p:spPr>
        <p:txBody>
          <a:bodyPr wrap="square" rtlCol="0"/>
          <a:p>
            <a:r>
              <a:rPr sz="1800" dirty="0" spc="0">
                <a:solidFill>
                  <a:srgbClr val="1E293B"/>
                </a:solidFill>
              </a:rPr>
              <a:t>📱  Absensi Real-Time — Catat kehadiran langsung dari perangkat</a:t>
            </a:r>
          </a:p>
          <a:p>
            <a:r>
              <a:rPr sz="1800" dirty="0" spc="0">
                <a:solidFill>
                  <a:srgbClr val="1E293B"/>
                </a:solidFill>
              </a:rPr>
              <a:t>🎯  QR Code — Scan QR untuk absensi cepat &amp; akurat</a:t>
            </a:r>
          </a:p>
          <a:p>
            <a:r>
              <a:rPr sz="1800" dirty="0" spc="0">
                <a:solidFill>
                  <a:srgbClr val="1E293B"/>
                </a:solidFill>
              </a:rPr>
              <a:t>📊  Dashboard Admin — Pantau seluruh data dalam satu layar</a:t>
            </a:r>
          </a:p>
          <a:p>
            <a:r>
              <a:rPr sz="1800" dirty="0" spc="0">
                <a:solidFill>
                  <a:srgbClr val="1E293B"/>
                </a:solidFill>
              </a:rPr>
              <a:t>📈  Rekap Otomatis — Laporan kehadiran siap cetak</a:t>
            </a:r>
          </a:p>
          <a:p>
            <a:r>
              <a:rPr sz="1800" dirty="0" spc="0">
                <a:solidFill>
                  <a:srgbClr val="1E293B"/>
                </a:solidFill>
              </a:rPr>
              <a:t>🔔  Peringatan Dini — Notifikasi batas alfa &amp; keterlambatan</a:t>
            </a:r>
          </a:p>
          <a:p>
            <a:r>
              <a:rPr sz="1800" dirty="0" spc="0">
                <a:solidFill>
                  <a:srgbClr val="1E293B"/>
                </a:solidFill>
              </a:rPr>
              <a:t>🔐  Multi-Role — Admin, Guru, dan Siswa dalam satu sistem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!-- Teal background -->
      <p:sp>
        <p:nvSpPr>
          <p:cNvPr id="2" name="bg"/>
          <p:nvSpPr/>
        </p:nvSpPr>
        <p:spPr>
          <a:solidFill>
            <a:srgbClr val="0D9488"/>
          </a:solidFill>
        </p:spPr>
        <p:txBody>
          <a:bodyPr/>
          <a:p/>
          <a:endParaRPr lang="en-US"/>
        </p:txBody>
      </p:sp>
      <!-- Section Title -->
      <p:sp>
        <p:nvSpPr>
          <p:cNvPr id="3" name="title"/>
          <p:nvSpPr/>
        </p:nvSpPr>
        <p:spPr>
          <a:xfrm>
            <a:off x="914400" y="2200000"/>
            <a:ext cx="10363200" cy="1000000"/>
          </a:xfrm>
        </p:spPr>
        <p:txBody>
          <a:bodyPr wrap="square" rtlCol="0"/>
          <a:p>
            <a:r>
              <a:rPr sz="4800" bold="1" dirty="0" spc="0">
                <a:solidFill>
                  <a:srgbClr val="FFFFFF"/>
                </a:solidFill>
              </a:rPr>
              <a:t>Tanya Jawab</a:t>
            </a:r>
          </a:p>
        </p:txBody>
      </p:sp>
      <!-- Subtitle -->
      <p:sp>
        <p:nvSpPr>
          <p:cNvPr id="4" name="subtitle"/>
          <p:nvSpPr/>
        </p:nvSpPr>
        <p:spPr>
          <a:xfrm>
            <a:off x="914400" y="3200000"/>
            <a:ext cx="10363200" cy="600000"/>
          </a:xfrm>
        </p:spPr>
        <p:txBody>
          <a:bodyPr wrap="square" rtlCol="0"/>
          <a:p>
            <a:r>
              <a:rPr sz="2000" dirty="0" spc="0">
                <a:solidFill>
                  <a:srgbClr val="CCFBF1"/>
                </a:solidFill>
              </a:rPr>
              <a:t>Ada pertanyaan?\nSilakan diskusikan bersama tim Present.</a:t>
            </a:r>
          </a:p>
        </p:txBody>
      </p:sp>
    </p:spTree>
  </p:cSld>
</p:sld>
</file>

<file path=ppt/theme/theme1.xml><?xml version="1.0" encoding="utf-8"?>
<a:theme xmlns:a="http://schemas.openxmlformats.org/drawingml/2006/main" name="Present Theme">
  <a:themeElements>
    <a:clrScheme name="Present">
      <a:dk1>
        <a:srgbClr val="1E293B"/>
      </a:dk1>
      <a:lt1>
        <a:srgbClr val="F8FAFC"/>
      </a:lt1>
      <a:dk2>
        <a:srgbClr val="475569"/>
      </a:dk2>
      <a:lt2>
        <a:srgbClr val="F1F5F9"/>
      </a:lt2>
      <a:accent1>
        <a:srgbClr val="0D9488"/>
      </a:accent1>
      <a:accent2>
        <a:srgbClr val="0891B2"/>
      </a:accent2>
      <a:accent3>
        <a:srgbClr val="6366F1"/>
      </a:accent3>
      <a:accent4>
        <a:srgbClr val="F59E0B"/>
      </a:accent4>
      <a:accent5>
        <a:srgbClr val="10B981"/>
      </a:accent5>
      <a:accent6>
        <a:srgbClr val="EF4444"/>
      </a:accent6>
      <a:hlink>
        <a:srgbClr val="0D9488"/>
      </a:hlink>
      <a:folHlink>
        <a:srgbClr val="0F766E"/>
      </a:folHlink>
    </a:clrScheme>
    <a:fontScheme name="Present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Presen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Present</Application>
  <PresentationFormat>Widescreen</PresentationFormat>
  <SlideCount>6</SlideCoun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 - Sistem Absensi Digital</dc:title>
  <dc:subject>Presentasi Sistem Absensi</dc:subject>
  <dc:creator>Present Team</dc:creator>
  <cp:lastModifiedBy>Present</cp:lastModifiedBy>
  <dcterms:created xsi:type="dcterms:W3CDTF">2026-05-27T01:22:52Z</dcterms:created>
  <dcterms:modified xsi:type="dcterms:W3CDTF">2026-05-27T01:22:52Z</dcterms:modified>
</cp:coreProperties>
</file>